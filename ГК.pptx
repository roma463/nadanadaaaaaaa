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59" r:id="rId5"/>
    <p:sldId id="264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1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D1747A-162D-46DA-969A-F64784EB392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0E77F3-3C60-4E78-AD1B-B0ADE4B0163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1800"/>
            <a:t>Цель проекта</a:t>
          </a:r>
          <a:r>
            <a:rPr lang="en-US" sz="1800"/>
            <a:t>:</a:t>
          </a:r>
          <a:r>
            <a:rPr lang="ru-RU" sz="1800"/>
            <a:t> создание гиперказуальной игры</a:t>
          </a:r>
          <a:r>
            <a:rPr lang="en-US" sz="1800"/>
            <a:t> </a:t>
          </a:r>
          <a:r>
            <a:rPr lang="ru-RU" sz="1800"/>
            <a:t>под браузер</a:t>
          </a:r>
          <a:endParaRPr lang="en-US" sz="1800" dirty="0"/>
        </a:p>
      </dgm:t>
    </dgm:pt>
    <dgm:pt modelId="{11F0C9E0-3FA1-46D6-9927-D516F4EEC270}" type="parTrans" cxnId="{C3027FE6-55DA-4AEC-8507-B4A41775A83B}">
      <dgm:prSet/>
      <dgm:spPr/>
      <dgm:t>
        <a:bodyPr/>
        <a:lstStyle/>
        <a:p>
          <a:endParaRPr lang="en-US"/>
        </a:p>
      </dgm:t>
    </dgm:pt>
    <dgm:pt modelId="{FBD0C2A0-8D09-4031-8171-090C5E1056DF}" type="sibTrans" cxnId="{C3027FE6-55DA-4AEC-8507-B4A41775A83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CEE20AA-3ADE-406A-AD5F-177B4A179F1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1800"/>
            <a:t>Актуальность: </a:t>
          </a:r>
          <a:r>
            <a:rPr lang="ru-RU" sz="1800" b="0" i="0"/>
            <a:t>за счет своей простоты, широкой доступности и способности предложить быструю развлекательную паузу для широкой аудитории игроков.</a:t>
          </a:r>
          <a:r>
            <a:rPr lang="ru-RU" sz="1800"/>
            <a:t>.</a:t>
          </a:r>
          <a:endParaRPr lang="en-US" sz="1800" dirty="0"/>
        </a:p>
      </dgm:t>
    </dgm:pt>
    <dgm:pt modelId="{562E79DC-F11D-4FB7-A00A-89C765FAE166}" type="parTrans" cxnId="{302B6BD6-A737-4056-8BE8-E466E7E529B2}">
      <dgm:prSet/>
      <dgm:spPr/>
      <dgm:t>
        <a:bodyPr/>
        <a:lstStyle/>
        <a:p>
          <a:endParaRPr lang="en-US"/>
        </a:p>
      </dgm:t>
    </dgm:pt>
    <dgm:pt modelId="{CBC5D319-FF62-4595-BC87-7C55D18342FE}" type="sibTrans" cxnId="{302B6BD6-A737-4056-8BE8-E466E7E529B2}">
      <dgm:prSet/>
      <dgm:spPr/>
      <dgm:t>
        <a:bodyPr/>
        <a:lstStyle/>
        <a:p>
          <a:endParaRPr lang="en-US"/>
        </a:p>
      </dgm:t>
    </dgm:pt>
    <dgm:pt modelId="{8BDE685C-E55A-4F73-BAE7-394DCB6D41C1}" type="pres">
      <dgm:prSet presAssocID="{5CD1747A-162D-46DA-969A-F64784EB392C}" presName="root" presStyleCnt="0">
        <dgm:presLayoutVars>
          <dgm:dir/>
          <dgm:resizeHandles val="exact"/>
        </dgm:presLayoutVars>
      </dgm:prSet>
      <dgm:spPr/>
    </dgm:pt>
    <dgm:pt modelId="{34B61646-44DB-40DB-814D-6398A5A574F0}" type="pres">
      <dgm:prSet presAssocID="{5CD1747A-162D-46DA-969A-F64784EB392C}" presName="container" presStyleCnt="0">
        <dgm:presLayoutVars>
          <dgm:dir/>
          <dgm:resizeHandles val="exact"/>
        </dgm:presLayoutVars>
      </dgm:prSet>
      <dgm:spPr/>
    </dgm:pt>
    <dgm:pt modelId="{A8EE2876-5074-45D9-9224-AA30B4FC9D8E}" type="pres">
      <dgm:prSet presAssocID="{E10E77F3-3C60-4E78-AD1B-B0ADE4B0163B}" presName="compNode" presStyleCnt="0"/>
      <dgm:spPr/>
    </dgm:pt>
    <dgm:pt modelId="{A70B3897-BAAD-4E83-8685-D913C61E45E3}" type="pres">
      <dgm:prSet presAssocID="{E10E77F3-3C60-4E78-AD1B-B0ADE4B0163B}" presName="iconBgRect" presStyleLbl="bgShp" presStyleIdx="0" presStyleCnt="2"/>
      <dgm:spPr/>
    </dgm:pt>
    <dgm:pt modelId="{E825B518-68BB-443D-A062-631C4D0B9B43}" type="pres">
      <dgm:prSet presAssocID="{E10E77F3-3C60-4E78-AD1B-B0ADE4B0163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Окно браузера со сплошной заливкой"/>
        </a:ext>
      </dgm:extLst>
    </dgm:pt>
    <dgm:pt modelId="{D79266AD-CA5E-433A-8D1B-B2DBBEFAB31C}" type="pres">
      <dgm:prSet presAssocID="{E10E77F3-3C60-4E78-AD1B-B0ADE4B0163B}" presName="spaceRect" presStyleCnt="0"/>
      <dgm:spPr/>
    </dgm:pt>
    <dgm:pt modelId="{F67AF720-3002-433E-9E0F-F13D3C0A0773}" type="pres">
      <dgm:prSet presAssocID="{E10E77F3-3C60-4E78-AD1B-B0ADE4B0163B}" presName="textRect" presStyleLbl="revTx" presStyleIdx="0" presStyleCnt="2">
        <dgm:presLayoutVars>
          <dgm:chMax val="1"/>
          <dgm:chPref val="1"/>
        </dgm:presLayoutVars>
      </dgm:prSet>
      <dgm:spPr/>
    </dgm:pt>
    <dgm:pt modelId="{EF96D966-E19F-451F-9730-FBECFFC9BDCF}" type="pres">
      <dgm:prSet presAssocID="{FBD0C2A0-8D09-4031-8171-090C5E1056DF}" presName="sibTrans" presStyleLbl="sibTrans2D1" presStyleIdx="0" presStyleCnt="0"/>
      <dgm:spPr/>
    </dgm:pt>
    <dgm:pt modelId="{245B468C-276D-4CC1-BD5C-34FF924400F7}" type="pres">
      <dgm:prSet presAssocID="{6CEE20AA-3ADE-406A-AD5F-177B4A179F15}" presName="compNode" presStyleCnt="0"/>
      <dgm:spPr/>
    </dgm:pt>
    <dgm:pt modelId="{8187A4F6-CCEB-4F05-A4FA-02B5FE0A1DD1}" type="pres">
      <dgm:prSet presAssocID="{6CEE20AA-3ADE-406A-AD5F-177B4A179F15}" presName="iconBgRect" presStyleLbl="bgShp" presStyleIdx="1" presStyleCnt="2"/>
      <dgm:spPr>
        <a:ln>
          <a:noFill/>
        </a:ln>
      </dgm:spPr>
    </dgm:pt>
    <dgm:pt modelId="{1E99746B-5225-4D7F-8922-AF3F4932DEF8}" type="pres">
      <dgm:prSet presAssocID="{6CEE20AA-3ADE-406A-AD5F-177B4A179F1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Лента"/>
        </a:ext>
      </dgm:extLst>
    </dgm:pt>
    <dgm:pt modelId="{A71CD4EE-CB67-49BD-97E2-D8D8E5118E39}" type="pres">
      <dgm:prSet presAssocID="{6CEE20AA-3ADE-406A-AD5F-177B4A179F15}" presName="spaceRect" presStyleCnt="0"/>
      <dgm:spPr/>
    </dgm:pt>
    <dgm:pt modelId="{84B1B2B7-C314-4380-99D0-65B3BA76673D}" type="pres">
      <dgm:prSet presAssocID="{6CEE20AA-3ADE-406A-AD5F-177B4A179F1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1DF24C6-450B-4DDD-ABA5-0E7092DB1000}" type="presOf" srcId="{E10E77F3-3C60-4E78-AD1B-B0ADE4B0163B}" destId="{F67AF720-3002-433E-9E0F-F13D3C0A0773}" srcOrd="0" destOrd="0" presId="urn:microsoft.com/office/officeart/2018/2/layout/IconCircleList"/>
    <dgm:cxn modelId="{280DE4C9-8A6C-422F-A4A1-C95DE8A7E77B}" type="presOf" srcId="{6CEE20AA-3ADE-406A-AD5F-177B4A179F15}" destId="{84B1B2B7-C314-4380-99D0-65B3BA76673D}" srcOrd="0" destOrd="0" presId="urn:microsoft.com/office/officeart/2018/2/layout/IconCircleList"/>
    <dgm:cxn modelId="{302B6BD6-A737-4056-8BE8-E466E7E529B2}" srcId="{5CD1747A-162D-46DA-969A-F64784EB392C}" destId="{6CEE20AA-3ADE-406A-AD5F-177B4A179F15}" srcOrd="1" destOrd="0" parTransId="{562E79DC-F11D-4FB7-A00A-89C765FAE166}" sibTransId="{CBC5D319-FF62-4595-BC87-7C55D18342FE}"/>
    <dgm:cxn modelId="{B1F1E5DD-6986-43EF-863B-82D36CAFF5B1}" type="presOf" srcId="{FBD0C2A0-8D09-4031-8171-090C5E1056DF}" destId="{EF96D966-E19F-451F-9730-FBECFFC9BDCF}" srcOrd="0" destOrd="0" presId="urn:microsoft.com/office/officeart/2018/2/layout/IconCircleList"/>
    <dgm:cxn modelId="{C3027FE6-55DA-4AEC-8507-B4A41775A83B}" srcId="{5CD1747A-162D-46DA-969A-F64784EB392C}" destId="{E10E77F3-3C60-4E78-AD1B-B0ADE4B0163B}" srcOrd="0" destOrd="0" parTransId="{11F0C9E0-3FA1-46D6-9927-D516F4EEC270}" sibTransId="{FBD0C2A0-8D09-4031-8171-090C5E1056DF}"/>
    <dgm:cxn modelId="{2364B9FD-2888-40BC-A516-ECD8F831A3E3}" type="presOf" srcId="{5CD1747A-162D-46DA-969A-F64784EB392C}" destId="{8BDE685C-E55A-4F73-BAE7-394DCB6D41C1}" srcOrd="0" destOrd="0" presId="urn:microsoft.com/office/officeart/2018/2/layout/IconCircleList"/>
    <dgm:cxn modelId="{E18B5EBD-013E-458E-AC15-749784D2C7E8}" type="presParOf" srcId="{8BDE685C-E55A-4F73-BAE7-394DCB6D41C1}" destId="{34B61646-44DB-40DB-814D-6398A5A574F0}" srcOrd="0" destOrd="0" presId="urn:microsoft.com/office/officeart/2018/2/layout/IconCircleList"/>
    <dgm:cxn modelId="{C209C66E-9012-4C25-9BDE-5124DDB1FD2A}" type="presParOf" srcId="{34B61646-44DB-40DB-814D-6398A5A574F0}" destId="{A8EE2876-5074-45D9-9224-AA30B4FC9D8E}" srcOrd="0" destOrd="0" presId="urn:microsoft.com/office/officeart/2018/2/layout/IconCircleList"/>
    <dgm:cxn modelId="{0A0A3D27-9258-426D-9535-182ACF6B0235}" type="presParOf" srcId="{A8EE2876-5074-45D9-9224-AA30B4FC9D8E}" destId="{A70B3897-BAAD-4E83-8685-D913C61E45E3}" srcOrd="0" destOrd="0" presId="urn:microsoft.com/office/officeart/2018/2/layout/IconCircleList"/>
    <dgm:cxn modelId="{5D0F4143-4C5D-41CE-96B8-188D7621B100}" type="presParOf" srcId="{A8EE2876-5074-45D9-9224-AA30B4FC9D8E}" destId="{E825B518-68BB-443D-A062-631C4D0B9B43}" srcOrd="1" destOrd="0" presId="urn:microsoft.com/office/officeart/2018/2/layout/IconCircleList"/>
    <dgm:cxn modelId="{00E9AF7A-CAC4-4EA1-A17F-3F090191E180}" type="presParOf" srcId="{A8EE2876-5074-45D9-9224-AA30B4FC9D8E}" destId="{D79266AD-CA5E-433A-8D1B-B2DBBEFAB31C}" srcOrd="2" destOrd="0" presId="urn:microsoft.com/office/officeart/2018/2/layout/IconCircleList"/>
    <dgm:cxn modelId="{CB4070E1-81A9-492B-8CDA-A07934F4A47C}" type="presParOf" srcId="{A8EE2876-5074-45D9-9224-AA30B4FC9D8E}" destId="{F67AF720-3002-433E-9E0F-F13D3C0A0773}" srcOrd="3" destOrd="0" presId="urn:microsoft.com/office/officeart/2018/2/layout/IconCircleList"/>
    <dgm:cxn modelId="{F35C2993-0BC1-4CC4-8ADB-1578F582570C}" type="presParOf" srcId="{34B61646-44DB-40DB-814D-6398A5A574F0}" destId="{EF96D966-E19F-451F-9730-FBECFFC9BDCF}" srcOrd="1" destOrd="0" presId="urn:microsoft.com/office/officeart/2018/2/layout/IconCircleList"/>
    <dgm:cxn modelId="{1371004E-0995-466B-AA27-0E7E52E40A8C}" type="presParOf" srcId="{34B61646-44DB-40DB-814D-6398A5A574F0}" destId="{245B468C-276D-4CC1-BD5C-34FF924400F7}" srcOrd="2" destOrd="0" presId="urn:microsoft.com/office/officeart/2018/2/layout/IconCircleList"/>
    <dgm:cxn modelId="{48014C4D-2B75-4405-AFB5-DFD635A1103A}" type="presParOf" srcId="{245B468C-276D-4CC1-BD5C-34FF924400F7}" destId="{8187A4F6-CCEB-4F05-A4FA-02B5FE0A1DD1}" srcOrd="0" destOrd="0" presId="urn:microsoft.com/office/officeart/2018/2/layout/IconCircleList"/>
    <dgm:cxn modelId="{B4CC775C-09B3-4A72-9D34-E9CBF663150D}" type="presParOf" srcId="{245B468C-276D-4CC1-BD5C-34FF924400F7}" destId="{1E99746B-5225-4D7F-8922-AF3F4932DEF8}" srcOrd="1" destOrd="0" presId="urn:microsoft.com/office/officeart/2018/2/layout/IconCircleList"/>
    <dgm:cxn modelId="{0D44AAE6-9086-4F2D-933A-B2ECB13E1FC5}" type="presParOf" srcId="{245B468C-276D-4CC1-BD5C-34FF924400F7}" destId="{A71CD4EE-CB67-49BD-97E2-D8D8E5118E39}" srcOrd="2" destOrd="0" presId="urn:microsoft.com/office/officeart/2018/2/layout/IconCircleList"/>
    <dgm:cxn modelId="{56CEA093-01DB-400E-8ABA-51053DB1D130}" type="presParOf" srcId="{245B468C-276D-4CC1-BD5C-34FF924400F7}" destId="{84B1B2B7-C314-4380-99D0-65B3BA76673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0B3897-BAAD-4E83-8685-D913C61E45E3}">
      <dsp:nvSpPr>
        <dsp:cNvPr id="0" name=""/>
        <dsp:cNvSpPr/>
      </dsp:nvSpPr>
      <dsp:spPr>
        <a:xfrm>
          <a:off x="1335775" y="936906"/>
          <a:ext cx="1183846" cy="11838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25B518-68BB-443D-A062-631C4D0B9B43}">
      <dsp:nvSpPr>
        <dsp:cNvPr id="0" name=""/>
        <dsp:cNvSpPr/>
      </dsp:nvSpPr>
      <dsp:spPr>
        <a:xfrm>
          <a:off x="1584383" y="1185514"/>
          <a:ext cx="686630" cy="6866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7AF720-3002-433E-9E0F-F13D3C0A0773}">
      <dsp:nvSpPr>
        <dsp:cNvPr id="0" name=""/>
        <dsp:cNvSpPr/>
      </dsp:nvSpPr>
      <dsp:spPr>
        <a:xfrm>
          <a:off x="2773303" y="936906"/>
          <a:ext cx="2790495" cy="11838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Цель проекта</a:t>
          </a:r>
          <a:r>
            <a:rPr lang="en-US" sz="1800" kern="1200"/>
            <a:t>:</a:t>
          </a:r>
          <a:r>
            <a:rPr lang="ru-RU" sz="1800" kern="1200"/>
            <a:t> создание гиперказуальной игры</a:t>
          </a:r>
          <a:r>
            <a:rPr lang="en-US" sz="1800" kern="1200"/>
            <a:t> </a:t>
          </a:r>
          <a:r>
            <a:rPr lang="ru-RU" sz="1800" kern="1200"/>
            <a:t>под браузер</a:t>
          </a:r>
          <a:endParaRPr lang="en-US" sz="1800" kern="1200" dirty="0"/>
        </a:p>
      </dsp:txBody>
      <dsp:txXfrm>
        <a:off x="2773303" y="936906"/>
        <a:ext cx="2790495" cy="1183846"/>
      </dsp:txXfrm>
    </dsp:sp>
    <dsp:sp modelId="{8187A4F6-CCEB-4F05-A4FA-02B5FE0A1DD1}">
      <dsp:nvSpPr>
        <dsp:cNvPr id="0" name=""/>
        <dsp:cNvSpPr/>
      </dsp:nvSpPr>
      <dsp:spPr>
        <a:xfrm>
          <a:off x="6050021" y="936906"/>
          <a:ext cx="1183846" cy="11838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99746B-5225-4D7F-8922-AF3F4932DEF8}">
      <dsp:nvSpPr>
        <dsp:cNvPr id="0" name=""/>
        <dsp:cNvSpPr/>
      </dsp:nvSpPr>
      <dsp:spPr>
        <a:xfrm>
          <a:off x="6298629" y="1185514"/>
          <a:ext cx="686630" cy="6866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1B2B7-C314-4380-99D0-65B3BA76673D}">
      <dsp:nvSpPr>
        <dsp:cNvPr id="0" name=""/>
        <dsp:cNvSpPr/>
      </dsp:nvSpPr>
      <dsp:spPr>
        <a:xfrm>
          <a:off x="7487549" y="936906"/>
          <a:ext cx="2790495" cy="11838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Актуальность: </a:t>
          </a:r>
          <a:r>
            <a:rPr lang="ru-RU" sz="1800" b="0" i="0" kern="1200"/>
            <a:t>за счет своей простоты, широкой доступности и способности предложить быструю развлекательную паузу для широкой аудитории игроков.</a:t>
          </a:r>
          <a:r>
            <a:rPr lang="ru-RU" sz="1800" kern="1200"/>
            <a:t>.</a:t>
          </a:r>
          <a:endParaRPr lang="en-US" sz="1800" kern="1200" dirty="0"/>
        </a:p>
      </dsp:txBody>
      <dsp:txXfrm>
        <a:off x="7487549" y="936906"/>
        <a:ext cx="2790495" cy="11838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4E2F70-D1FF-4BAC-9779-233143CBD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42E43D0-CA8B-436A-AB55-2A37F981F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A13629-A3F0-40D9-817A-F07A613A7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30EC0-508B-4F7B-9FA7-A666BD46D3C8}" type="datetimeFigureOut">
              <a:rPr lang="ru-RU" smtClean="0"/>
              <a:t>29.06.2023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79E9BE-4F70-4E48-9551-6FCB257E2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434691-5629-41D6-AAC7-2AC01F5F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C36D7-96CA-4D48-8062-242E1A241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873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DE7025-5C2B-470C-9D6C-6015F127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F40303-DF36-455B-BB18-BBC9AF0CD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586F90-9689-417E-A4B6-BFAC5CEF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30EC0-508B-4F7B-9FA7-A666BD46D3C8}" type="datetimeFigureOut">
              <a:rPr lang="ru-RU" smtClean="0"/>
              <a:t>29.06.2023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6D461B-0F1A-4864-97D8-6F22D9A36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5283DE-756E-4A2D-BCD2-93D8D504A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C36D7-96CA-4D48-8062-242E1A241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1691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86ED-17E1-4E73-A8E7-07C73348A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B5AA6E-DF2C-42C4-A22E-D3CF6F44F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D29251-2280-49B1-ACC9-E0F7C3436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30EC0-508B-4F7B-9FA7-A666BD46D3C8}" type="datetimeFigureOut">
              <a:rPr lang="ru-RU" smtClean="0"/>
              <a:t>29.06.2023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CFB9D0-71B0-45AA-8F11-1202B6962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C97B58-E3C7-4064-89F4-F5C63D175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C36D7-96CA-4D48-8062-242E1A241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870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A4FDFE-6A47-423C-8F7C-49DA4BE5B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AC996C-211E-4DA1-A52E-5EA2D83165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8B3D26-185B-4F4C-A448-5EDEC2FE6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7EC9BF-FD2F-4981-B095-C580D0379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30EC0-508B-4F7B-9FA7-A666BD46D3C8}" type="datetimeFigureOut">
              <a:rPr lang="ru-RU" smtClean="0"/>
              <a:t>29.06.2023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F8781DA-5F11-4880-823B-BA9A1345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B8DF13-389B-474C-BF52-039E11F9B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C36D7-96CA-4D48-8062-242E1A241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187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C30D8-9115-467E-84B3-64508301A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89ABAF-CECC-4E0D-A24B-7AA96B080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10BDFBA-7B8D-4506-BB04-5920CD7E7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C6D12A-F027-4C79-B63A-3E461E842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7A801F3-417D-42D1-9D7C-0D8DC50AD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42BDE61-3E96-4583-BF61-4DE88F7C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30EC0-508B-4F7B-9FA7-A666BD46D3C8}" type="datetimeFigureOut">
              <a:rPr lang="ru-RU" smtClean="0"/>
              <a:t>29.06.2023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5EC5E4D-E06D-4AB9-838C-6E015596F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3B6F887-940B-42B8-8C92-CCE4C0DBB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C36D7-96CA-4D48-8062-242E1A241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22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E911AC-7CB6-4E80-B565-85FB0624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90B86A-EA64-4707-A50A-0A9B971EB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30EC0-508B-4F7B-9FA7-A666BD46D3C8}" type="datetimeFigureOut">
              <a:rPr lang="ru-RU" smtClean="0"/>
              <a:t>29.06.2023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E48A5FC-DAF0-4C73-9B01-64FD70AE4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A6B6D03-B39A-45CA-A0D2-B836357E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C36D7-96CA-4D48-8062-242E1A241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5178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341244E-62FA-456D-95B8-A395E07B9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30EC0-508B-4F7B-9FA7-A666BD46D3C8}" type="datetimeFigureOut">
              <a:rPr lang="ru-RU" smtClean="0"/>
              <a:t>29.06.2023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8AA39AE-EECB-4474-8F51-463E36F17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4856F9-0EE9-4F88-B494-8305559E5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C36D7-96CA-4D48-8062-242E1A241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562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CBD344-ADA5-4F83-97E7-80D925E25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D153E4-8AE5-4ED9-AD79-57B8CFF7F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60FBA1F-85AF-4308-9FCC-F1528625E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0D538E-6003-4929-84F6-69F3372AD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30EC0-508B-4F7B-9FA7-A666BD46D3C8}" type="datetimeFigureOut">
              <a:rPr lang="ru-RU" smtClean="0"/>
              <a:t>29.06.2023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99539F-4DBB-4961-AD3B-4306F0944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D825ED-0128-436E-B2AE-2145D1E36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C36D7-96CA-4D48-8062-242E1A241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6846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18D52A-B07F-47B1-B2B8-0F224C60A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E635149-486F-4EB6-99E0-D1512535C7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3DBCF8C-FDE0-4BC0-8C7B-FF8BE4C3C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23AF3F-5399-4803-B458-08637DCBB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30EC0-508B-4F7B-9FA7-A666BD46D3C8}" type="datetimeFigureOut">
              <a:rPr lang="ru-RU" smtClean="0"/>
              <a:t>29.06.2023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30A83C-6D4A-47CF-8976-FDEC7588C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C2E33C-2CB9-473C-A709-1B9B29194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C36D7-96CA-4D48-8062-242E1A241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1626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70A4D3-064A-419D-8958-DAE23EBDD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263BE7-996B-489A-922D-F8C750694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A11356-E4F7-473D-8F8B-6097C45B4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30EC0-508B-4F7B-9FA7-A666BD46D3C8}" type="datetimeFigureOut">
              <a:rPr lang="ru-RU" smtClean="0"/>
              <a:t>29.06.2023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ABE01F-F721-4069-AE65-8FE9F4020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243DD4-2B43-43CC-A66B-B83421F4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C36D7-96CA-4D48-8062-242E1A241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411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27411D4-4E1F-4FAA-AA41-9F54A6AEC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47D2BB4-9201-4A8E-935D-FA5874CC5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B8025C-3488-4E0C-A957-DF1808EEB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30EC0-508B-4F7B-9FA7-A666BD46D3C8}" type="datetimeFigureOut">
              <a:rPr lang="ru-RU" smtClean="0"/>
              <a:t>29.06.2023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2111F1-2443-483C-86B7-D37F97E0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C1F5D2-00A3-4A60-9632-E8E90BC2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C36D7-96CA-4D48-8062-242E1A241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1759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1E730E-3E01-4A4C-AF62-12F95D463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C2E228-9080-4FD7-A1EB-E0FCFFC32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A0AC16-4B18-4B9D-80DC-F5B12F069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30EC0-508B-4F7B-9FA7-A666BD46D3C8}" type="datetimeFigureOut">
              <a:rPr lang="ru-RU" smtClean="0"/>
              <a:t>29.06.2023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4A5B68-4763-4F1A-98FB-9A689D110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FDFED1-8207-4EA6-9FDC-3155CD691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C36D7-96CA-4D48-8062-242E1A241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509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321EEF5-8830-4B6D-8D3E-2A884C9D6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6520" y="826912"/>
            <a:ext cx="3929658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dirty="0" err="1"/>
              <a:t>Разработка</a:t>
            </a:r>
            <a:r>
              <a:rPr lang="en-US" sz="4000" dirty="0"/>
              <a:t> </a:t>
            </a:r>
            <a:r>
              <a:rPr lang="ru-RU" sz="4000" dirty="0" err="1"/>
              <a:t>гиперказуальной</a:t>
            </a:r>
            <a:r>
              <a:rPr lang="ru-RU" sz="4000" dirty="0"/>
              <a:t> игры</a:t>
            </a:r>
            <a:endParaRPr lang="en-US" sz="4000" dirty="0"/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C8A6003D-F75C-4B16-B679-D17B486A987F}"/>
              </a:ext>
            </a:extLst>
          </p:cNvPr>
          <p:cNvSpPr txBox="1">
            <a:spLocks/>
          </p:cNvSpPr>
          <p:nvPr/>
        </p:nvSpPr>
        <p:spPr>
          <a:xfrm>
            <a:off x="5723468" y="3429000"/>
            <a:ext cx="3822189" cy="1711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 err="1"/>
              <a:t>Разработал</a:t>
            </a:r>
            <a:r>
              <a:rPr lang="en-US" sz="2000" dirty="0"/>
              <a:t> </a:t>
            </a:r>
            <a:r>
              <a:rPr lang="en-US" sz="2000" dirty="0" err="1"/>
              <a:t>студент</a:t>
            </a:r>
            <a:r>
              <a:rPr lang="en-US" sz="2000" dirty="0"/>
              <a:t>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2 </a:t>
            </a:r>
            <a:r>
              <a:rPr lang="en-US" sz="2000" dirty="0" err="1"/>
              <a:t>курса</a:t>
            </a:r>
            <a:r>
              <a:rPr lang="en-US" sz="2000" dirty="0"/>
              <a:t> </a:t>
            </a:r>
            <a:r>
              <a:rPr lang="en-US" sz="2000" dirty="0" err="1"/>
              <a:t>группы</a:t>
            </a:r>
            <a:r>
              <a:rPr lang="en-US" sz="2000" dirty="0"/>
              <a:t> ПР-21.106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 err="1"/>
              <a:t>Классман</a:t>
            </a:r>
            <a:r>
              <a:rPr lang="en-US" sz="2000" dirty="0"/>
              <a:t> Р.В.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631C640-61A7-4EB8-4F03-72F7F8B68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342" y="761051"/>
            <a:ext cx="3910126" cy="394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949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3D3FB-6499-42E5-BBBA-4EF89649D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Цель и актуальность проекта</a:t>
            </a: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CAE41C57-9A66-FF0D-9C78-74AE03480B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5970072"/>
              </p:ext>
            </p:extLst>
          </p:nvPr>
        </p:nvGraphicFramePr>
        <p:xfrm>
          <a:off x="263951" y="1825625"/>
          <a:ext cx="11613821" cy="3057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Как правильно ставить цели на новый учебный год">
            <a:extLst>
              <a:ext uri="{FF2B5EF4-FFF2-40B4-BE49-F238E27FC236}">
                <a16:creationId xmlns:a16="http://schemas.microsoft.com/office/drawing/2014/main" id="{47A35531-8D98-369D-6D37-E2C2A87EC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550" y="4104077"/>
            <a:ext cx="4162072" cy="2641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Актуальность контрольной работы: как определить, формирование и раскрытие  темы, пример написания">
            <a:extLst>
              <a:ext uri="{FF2B5EF4-FFF2-40B4-BE49-F238E27FC236}">
                <a16:creationId xmlns:a16="http://schemas.microsoft.com/office/drawing/2014/main" id="{61B6BC9E-D793-EA04-DBE9-887FE47E3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901" y="460198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354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F3A796A9-360B-D90E-9350-EB92544D76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562"/>
          <a:stretch/>
        </p:blipFill>
        <p:spPr bwMode="auto">
          <a:xfrm>
            <a:off x="279983" y="895378"/>
            <a:ext cx="2533423" cy="1860494"/>
          </a:xfrm>
          <a:custGeom>
            <a:avLst/>
            <a:gdLst/>
            <a:ahLst/>
            <a:cxnLst/>
            <a:rect l="l" t="t" r="r" b="b"/>
            <a:pathLst>
              <a:path w="3064284" h="3064284">
                <a:moveTo>
                  <a:pt x="166483" y="0"/>
                </a:moveTo>
                <a:lnTo>
                  <a:pt x="2897801" y="0"/>
                </a:lnTo>
                <a:cubicBezTo>
                  <a:pt x="2989747" y="0"/>
                  <a:pt x="3064284" y="74537"/>
                  <a:pt x="3064284" y="166483"/>
                </a:cubicBezTo>
                <a:lnTo>
                  <a:pt x="3064284" y="2897801"/>
                </a:lnTo>
                <a:cubicBezTo>
                  <a:pt x="3064284" y="2989747"/>
                  <a:pt x="2989747" y="3064284"/>
                  <a:pt x="2897801" y="3064284"/>
                </a:cubicBezTo>
                <a:lnTo>
                  <a:pt x="166483" y="3064284"/>
                </a:lnTo>
                <a:cubicBezTo>
                  <a:pt x="74537" y="3064284"/>
                  <a:pt x="0" y="2989747"/>
                  <a:pt x="0" y="2897801"/>
                </a:cubicBezTo>
                <a:lnTo>
                  <a:pt x="0" y="166483"/>
                </a:lnTo>
                <a:cubicBezTo>
                  <a:pt x="0" y="74537"/>
                  <a:pt x="74537" y="0"/>
                  <a:pt x="16648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8B876492-C615-FE0F-9D63-6738DEE51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75574" y="2523100"/>
            <a:ext cx="2248412" cy="2533423"/>
          </a:xfrm>
          <a:custGeom>
            <a:avLst/>
            <a:gdLst/>
            <a:ahLst/>
            <a:cxnLst/>
            <a:rect l="l" t="t" r="r" b="b"/>
            <a:pathLst>
              <a:path w="1999274" h="2247255">
                <a:moveTo>
                  <a:pt x="108501" y="0"/>
                </a:moveTo>
                <a:lnTo>
                  <a:pt x="1890773" y="0"/>
                </a:lnTo>
                <a:cubicBezTo>
                  <a:pt x="1950696" y="0"/>
                  <a:pt x="1999274" y="48578"/>
                  <a:pt x="1999274" y="108501"/>
                </a:cubicBezTo>
                <a:lnTo>
                  <a:pt x="1999274" y="2138754"/>
                </a:lnTo>
                <a:cubicBezTo>
                  <a:pt x="1999274" y="2198677"/>
                  <a:pt x="1950696" y="2247255"/>
                  <a:pt x="1890773" y="2247255"/>
                </a:cubicBezTo>
                <a:lnTo>
                  <a:pt x="108501" y="2247255"/>
                </a:lnTo>
                <a:cubicBezTo>
                  <a:pt x="48578" y="2247255"/>
                  <a:pt x="0" y="2198677"/>
                  <a:pt x="0" y="2138754"/>
                </a:cubicBezTo>
                <a:lnTo>
                  <a:pt x="0" y="108501"/>
                </a:lnTo>
                <a:cubicBezTo>
                  <a:pt x="0" y="48578"/>
                  <a:pt x="48578" y="0"/>
                  <a:pt x="108501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E34AB8E-389E-51E5-946B-FA66F2A13E76}"/>
              </a:ext>
            </a:extLst>
          </p:cNvPr>
          <p:cNvSpPr/>
          <p:nvPr/>
        </p:nvSpPr>
        <p:spPr>
          <a:xfrm>
            <a:off x="6203537" y="1825625"/>
            <a:ext cx="53933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Среда</a:t>
            </a:r>
            <a:r>
              <a:rPr lang="en-US" dirty="0"/>
              <a:t> </a:t>
            </a:r>
            <a:r>
              <a:rPr lang="en-US" dirty="0" err="1"/>
              <a:t>разработки</a:t>
            </a:r>
            <a:r>
              <a:rPr lang="en-US" dirty="0"/>
              <a:t>: Unity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Язык</a:t>
            </a:r>
            <a:r>
              <a:rPr lang="en-US" dirty="0"/>
              <a:t> </a:t>
            </a:r>
            <a:r>
              <a:rPr lang="en-US" dirty="0" err="1"/>
              <a:t>программирования</a:t>
            </a:r>
            <a:r>
              <a:rPr lang="en-US" dirty="0"/>
              <a:t>: С#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/>
              <a:t>Среда разработки</a:t>
            </a:r>
            <a:r>
              <a:rPr lang="en-US" dirty="0"/>
              <a:t>: Visual studio</a:t>
            </a:r>
          </a:p>
        </p:txBody>
      </p:sp>
      <p:pic>
        <p:nvPicPr>
          <p:cNvPr id="1026" name="Picture 2" descr="Microsoft Visual Studio — Википедия">
            <a:extLst>
              <a:ext uri="{FF2B5EF4-FFF2-40B4-BE49-F238E27FC236}">
                <a16:creationId xmlns:a16="http://schemas.microsoft.com/office/drawing/2014/main" id="{C5306752-2917-F691-00CA-27ED6754B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81" y="4366550"/>
            <a:ext cx="2045825" cy="204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2328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D77D0E8-2B20-40C5-8A29-306A377549E0}"/>
              </a:ext>
            </a:extLst>
          </p:cNvPr>
          <p:cNvSpPr txBox="1"/>
          <p:nvPr/>
        </p:nvSpPr>
        <p:spPr>
          <a:xfrm>
            <a:off x="5454125" y="293020"/>
            <a:ext cx="12837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>
                <a:latin typeface="Times New Roman" panose="02020603050405020304" pitchFamily="18" charset="0"/>
                <a:cs typeface="Times New Roman" panose="02020603050405020304" pitchFamily="18" charset="0"/>
              </a:rPr>
              <a:t>Макет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43902B-7A89-D253-B0AA-237D8B71B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730" y="877795"/>
            <a:ext cx="4460539" cy="252636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EE298F-D51F-A7F0-E005-2C36FA371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729" y="3646291"/>
            <a:ext cx="4460540" cy="256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851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321EEF5-8830-4B6D-8D3E-2A884C9D6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6520" y="826912"/>
            <a:ext cx="3929658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dirty="0" err="1"/>
              <a:t>Разработка</a:t>
            </a:r>
            <a:r>
              <a:rPr lang="en-US" sz="4000" dirty="0"/>
              <a:t> </a:t>
            </a:r>
            <a:r>
              <a:rPr lang="ru-RU" sz="4000" dirty="0" err="1"/>
              <a:t>гиперказуальной</a:t>
            </a:r>
            <a:r>
              <a:rPr lang="ru-RU" sz="4000" dirty="0"/>
              <a:t> игры</a:t>
            </a:r>
            <a:endParaRPr lang="en-US" sz="4000" dirty="0"/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C8A6003D-F75C-4B16-B679-D17B486A987F}"/>
              </a:ext>
            </a:extLst>
          </p:cNvPr>
          <p:cNvSpPr txBox="1">
            <a:spLocks/>
          </p:cNvSpPr>
          <p:nvPr/>
        </p:nvSpPr>
        <p:spPr>
          <a:xfrm>
            <a:off x="5723468" y="3429000"/>
            <a:ext cx="3822189" cy="1711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 err="1"/>
              <a:t>Разработал</a:t>
            </a:r>
            <a:r>
              <a:rPr lang="en-US" sz="2000" dirty="0"/>
              <a:t> </a:t>
            </a:r>
            <a:r>
              <a:rPr lang="en-US" sz="2000" dirty="0" err="1"/>
              <a:t>студент</a:t>
            </a:r>
            <a:r>
              <a:rPr lang="en-US" sz="2000" dirty="0"/>
              <a:t>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2 </a:t>
            </a:r>
            <a:r>
              <a:rPr lang="en-US" sz="2000" dirty="0" err="1"/>
              <a:t>курса</a:t>
            </a:r>
            <a:r>
              <a:rPr lang="en-US" sz="2000" dirty="0"/>
              <a:t> </a:t>
            </a:r>
            <a:r>
              <a:rPr lang="en-US" sz="2000" dirty="0" err="1"/>
              <a:t>группы</a:t>
            </a:r>
            <a:r>
              <a:rPr lang="en-US" sz="2000" dirty="0"/>
              <a:t> ПР-21.106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 err="1"/>
              <a:t>Классман</a:t>
            </a:r>
            <a:r>
              <a:rPr lang="en-US" sz="2000" dirty="0"/>
              <a:t> Р.В.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631C640-61A7-4EB8-4F03-72F7F8B68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342" y="761051"/>
            <a:ext cx="3910126" cy="394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6788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77</Words>
  <Application>Microsoft Office PowerPoint</Application>
  <PresentationFormat>Широкоэкранный</PresentationFormat>
  <Paragraphs>17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Тема Office</vt:lpstr>
      <vt:lpstr>Разработка гиперказуальной игры</vt:lpstr>
      <vt:lpstr>Цель и актуальность проекта</vt:lpstr>
      <vt:lpstr>Презентация PowerPoint</vt:lpstr>
      <vt:lpstr>Презентация PowerPoint</vt:lpstr>
      <vt:lpstr>Разработка гиперказуальной игры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мобильной экшен-игры</dc:title>
  <dc:creator>Иван Валяев</dc:creator>
  <cp:lastModifiedBy>1231</cp:lastModifiedBy>
  <cp:revision>7</cp:revision>
  <dcterms:created xsi:type="dcterms:W3CDTF">2023-05-05T14:19:56Z</dcterms:created>
  <dcterms:modified xsi:type="dcterms:W3CDTF">2023-06-28T19:49:45Z</dcterms:modified>
</cp:coreProperties>
</file>